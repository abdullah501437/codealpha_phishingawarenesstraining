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13440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2926080" cy="2926080"/>
          </a:xfrm>
          <a:prstGeom prst="ellipse">
            <a:avLst/>
          </a:prstGeom>
          <a:solidFill>
            <a:srgbClr val="01344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phishing_project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85725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 ·  CODEALPHA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274320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Phishing Awareness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Training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4008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Recognizing, Resisting, and Reporting Cyber Attacks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5166360"/>
            <a:ext cx="20116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349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M. Abdullah Masood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5669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Phishing Awareness Training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 attack in which criminals impersonate a trusted person or organization to trick victims into revealing sensitive information.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2F7F7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3063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phishing_project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" y="318668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703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40280" y="288036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2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0" y="3063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phishing_project/icons/ba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644" y="31866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40280" y="3703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Details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931920" y="288036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2F7F7"/>
          </a:solidFill>
          <a:ln/>
        </p:spPr>
      </p:sp>
      <p:sp>
        <p:nvSpPr>
          <p:cNvPr id="14" name="Shape 10"/>
          <p:cNvSpPr/>
          <p:nvPr/>
        </p:nvSpPr>
        <p:spPr>
          <a:xfrm>
            <a:off x="4434840" y="3063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/home/claude/phishing_project/icons/invo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284" y="3186684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31920" y="3703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Numbers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623560" y="288036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2F7F7"/>
          </a:solidFill>
          <a:ln/>
        </p:spPr>
      </p:sp>
      <p:sp>
        <p:nvSpPr>
          <p:cNvPr id="18" name="Shape 13"/>
          <p:cNvSpPr/>
          <p:nvPr/>
        </p:nvSpPr>
        <p:spPr>
          <a:xfrm>
            <a:off x="6126480" y="3063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3" descr="/home/claude/phishing_project/icons/key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924" y="3186684"/>
            <a:ext cx="301752" cy="3017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23560" y="3703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537960" y="1554480"/>
            <a:ext cx="5120640" cy="4526280"/>
          </a:xfrm>
          <a:prstGeom prst="roundRect">
            <a:avLst>
              <a:gd name="adj" fmla="val 2020"/>
            </a:avLst>
          </a:prstGeom>
          <a:solidFill>
            <a:srgbClr val="011F26"/>
          </a:solidFill>
          <a:ln/>
        </p:spPr>
      </p:sp>
      <p:sp>
        <p:nvSpPr>
          <p:cNvPr id="22" name="Shape 16"/>
          <p:cNvSpPr/>
          <p:nvPr/>
        </p:nvSpPr>
        <p:spPr>
          <a:xfrm>
            <a:off x="6858000" y="18745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3" name="Image 4" descr="/home/claude/phishing_project/icons/emai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1157" y="1987677"/>
            <a:ext cx="276606" cy="27660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98080" y="1920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Attack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6858000" y="2606040"/>
            <a:ext cx="4480560" cy="1417320"/>
          </a:xfrm>
          <a:prstGeom prst="roundRect">
            <a:avLst>
              <a:gd name="adj" fmla="val 3871"/>
            </a:avLst>
          </a:prstGeom>
          <a:solidFill>
            <a:srgbClr val="013440"/>
          </a:solidFill>
          <a:ln/>
        </p:spPr>
      </p:sp>
      <p:sp>
        <p:nvSpPr>
          <p:cNvPr id="26" name="Text 19"/>
          <p:cNvSpPr/>
          <p:nvPr/>
        </p:nvSpPr>
        <p:spPr>
          <a:xfrm>
            <a:off x="7040880" y="2724912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bank account will be blocked. Click here immediately to verify your details."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858000" y="4251960"/>
            <a:ext cx="44805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does not lead to your bank — it leads to a fake website built to steal your login credentials the moment you type them in.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LANDSCAPE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Types of Phishing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011F26"/>
          </a:solidFill>
          <a:ln/>
        </p:spPr>
      </p:sp>
      <p:sp>
        <p:nvSpPr>
          <p:cNvPr id="5" name="Shape 3"/>
          <p:cNvSpPr/>
          <p:nvPr/>
        </p:nvSpPr>
        <p:spPr>
          <a:xfrm>
            <a:off x="1220724" y="20574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hishing_project/icons/e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603" y="223227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632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3657600"/>
            <a:ext cx="17922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emails posing as banks, companies, or coworkers to steal data.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34640" y="169164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028090"/>
          </a:solidFill>
          <a:ln/>
        </p:spPr>
      </p:sp>
      <p:sp>
        <p:nvSpPr>
          <p:cNvPr id="10" name="Shape 7"/>
          <p:cNvSpPr/>
          <p:nvPr/>
        </p:nvSpPr>
        <p:spPr>
          <a:xfrm>
            <a:off x="3506724" y="2057400"/>
            <a:ext cx="777240" cy="777240"/>
          </a:xfrm>
          <a:prstGeom prst="ellipse">
            <a:avLst/>
          </a:prstGeom>
          <a:solidFill>
            <a:srgbClr val="013440"/>
          </a:solidFill>
          <a:ln/>
        </p:spPr>
      </p:sp>
      <p:pic>
        <p:nvPicPr>
          <p:cNvPr id="11" name="Image 1" descr="/home/claude/phishing_project/icons/s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603" y="223227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1800" y="30632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999232" y="3657600"/>
            <a:ext cx="17922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carried out through SMS text messages with malicious links.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120640" y="169164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011F26"/>
          </a:solidFill>
          <a:ln/>
        </p:spPr>
      </p:sp>
      <p:sp>
        <p:nvSpPr>
          <p:cNvPr id="15" name="Shape 11"/>
          <p:cNvSpPr/>
          <p:nvPr/>
        </p:nvSpPr>
        <p:spPr>
          <a:xfrm>
            <a:off x="5792724" y="20574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phishing_project/icons/vish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603" y="223227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57800" y="30632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285232" y="3657600"/>
            <a:ext cx="17922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calls where attackers impersonate support staff or officials.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406640" y="169164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028090"/>
          </a:solidFill>
          <a:ln/>
        </p:spPr>
      </p:sp>
      <p:sp>
        <p:nvSpPr>
          <p:cNvPr id="20" name="Shape 15"/>
          <p:cNvSpPr/>
          <p:nvPr/>
        </p:nvSpPr>
        <p:spPr>
          <a:xfrm>
            <a:off x="8078724" y="2057400"/>
            <a:ext cx="777240" cy="777240"/>
          </a:xfrm>
          <a:prstGeom prst="ellipse">
            <a:avLst/>
          </a:prstGeom>
          <a:solidFill>
            <a:srgbClr val="013440"/>
          </a:solidFill>
          <a:ln/>
        </p:spPr>
      </p:sp>
      <p:pic>
        <p:nvPicPr>
          <p:cNvPr id="21" name="Image 3" descr="/home/claude/phishing_project/icons/spe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603" y="2232279"/>
            <a:ext cx="427482" cy="4274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30632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571232" y="3657600"/>
            <a:ext cx="17922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attacks aimed at a specific person or organization.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692640" y="169164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011F26"/>
          </a:solidFill>
          <a:ln/>
        </p:spPr>
      </p:sp>
      <p:sp>
        <p:nvSpPr>
          <p:cNvPr id="25" name="Shape 19"/>
          <p:cNvSpPr/>
          <p:nvPr/>
        </p:nvSpPr>
        <p:spPr>
          <a:xfrm>
            <a:off x="10364724" y="20574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/home/claude/phishing_project/icons/clo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9603" y="2232279"/>
            <a:ext cx="427482" cy="42748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29800" y="30632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Phishing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857232" y="3657600"/>
            <a:ext cx="17922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legitimate email is copied and resent with a malicious link swapped in.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ATTACK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Phishing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74420" y="3131820"/>
            <a:ext cx="10012680" cy="0"/>
          </a:xfrm>
          <a:prstGeom prst="line">
            <a:avLst/>
          </a:prstGeom>
          <a:noFill/>
          <a:ln w="38100">
            <a:solidFill>
              <a:srgbClr val="D7E4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60604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hishing_project/icons/attac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2868930"/>
            <a:ext cx="525780" cy="5257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28116" y="2221992"/>
            <a:ext cx="292608" cy="292608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8" name="Text 5"/>
          <p:cNvSpPr/>
          <p:nvPr/>
        </p:nvSpPr>
        <p:spPr>
          <a:xfrm>
            <a:off x="928116" y="2221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" y="384048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crafts a fake, urgent-sounding email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51176" y="260604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phishing_project/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066" y="2868930"/>
            <a:ext cx="525780" cy="5257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30652" y="2221992"/>
            <a:ext cx="292608" cy="292608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13" name="Text 9"/>
          <p:cNvSpPr/>
          <p:nvPr/>
        </p:nvSpPr>
        <p:spPr>
          <a:xfrm>
            <a:off x="2930652" y="2221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093976" y="384048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malicious link is sent to the victim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53712" y="260604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phishing_project/icons/cli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602" y="2868930"/>
            <a:ext cx="525780" cy="5257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933188" y="2221992"/>
            <a:ext cx="292608" cy="292608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18" name="Text 13"/>
          <p:cNvSpPr/>
          <p:nvPr/>
        </p:nvSpPr>
        <p:spPr>
          <a:xfrm>
            <a:off x="4933188" y="2221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096512" y="384048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clicks the link, trusting the sender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556248" y="260604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phishing_project/icons/lockop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138" y="2868930"/>
            <a:ext cx="525780" cy="5257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935724" y="2221992"/>
            <a:ext cx="292608" cy="292608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23" name="Text 17"/>
          <p:cNvSpPr/>
          <p:nvPr/>
        </p:nvSpPr>
        <p:spPr>
          <a:xfrm>
            <a:off x="6935724" y="2221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099048" y="384048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login page opens, mimicking a real site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8558784" y="260604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/home/claude/phishing_project/icons/key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1674" y="2868930"/>
            <a:ext cx="525780" cy="52578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938260" y="2221992"/>
            <a:ext cx="292608" cy="292608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28" name="Text 21"/>
          <p:cNvSpPr/>
          <p:nvPr/>
        </p:nvSpPr>
        <p:spPr>
          <a:xfrm>
            <a:off x="8938260" y="2221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8101584" y="384048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victim types in their username and password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10561320" y="2606040"/>
            <a:ext cx="1051560" cy="10515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31" name="Image 5" descr="/home/claude/phishing_project/icons/warning_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4210" y="2868930"/>
            <a:ext cx="525780" cy="52578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10940796" y="2221992"/>
            <a:ext cx="292608" cy="292608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33" name="Text 25"/>
          <p:cNvSpPr/>
          <p:nvPr/>
        </p:nvSpPr>
        <p:spPr>
          <a:xfrm>
            <a:off x="10940796" y="2221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0104120" y="384048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captures the credentials and account is compromised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RED FLAGS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Signs of a Phishing Email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685800" cy="68580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6" name="Image 0" descr="/home/claude/phishing_project/icons/warning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545" y="212026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69164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or mismatched sender address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0" y="16916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2F7F7"/>
          </a:solidFill>
          <a:ln/>
        </p:spPr>
      </p:sp>
      <p:sp>
        <p:nvSpPr>
          <p:cNvPr id="9" name="Shape 6"/>
          <p:cNvSpPr/>
          <p:nvPr/>
        </p:nvSpPr>
        <p:spPr>
          <a:xfrm>
            <a:off x="6629400" y="1965960"/>
            <a:ext cx="685800" cy="68580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0" name="Image 1" descr="/home/claude/phishing_project/icons/warning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705" y="2120265"/>
            <a:ext cx="377190" cy="3771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0" y="169164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grammar and spelling mistakes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31546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2F7F7"/>
          </a:solidFill>
          <a:ln/>
        </p:spPr>
      </p:sp>
      <p:sp>
        <p:nvSpPr>
          <p:cNvPr id="13" name="Shape 9"/>
          <p:cNvSpPr/>
          <p:nvPr/>
        </p:nvSpPr>
        <p:spPr>
          <a:xfrm>
            <a:off x="777240" y="3429000"/>
            <a:ext cx="685800" cy="68580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4" name="Image 2" descr="/home/claude/phishing_project/icons/warning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45" y="3583305"/>
            <a:ext cx="377190" cy="3771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315468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or threatening language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400800" y="31546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2F7F7"/>
          </a:solidFill>
          <a:ln/>
        </p:spPr>
      </p:sp>
      <p:sp>
        <p:nvSpPr>
          <p:cNvPr id="17" name="Shape 12"/>
          <p:cNvSpPr/>
          <p:nvPr/>
        </p:nvSpPr>
        <p:spPr>
          <a:xfrm>
            <a:off x="6629400" y="3429000"/>
            <a:ext cx="685800" cy="68580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8" name="Image 3" descr="/home/claude/phishing_project/icons/warning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705" y="3583305"/>
            <a:ext cx="377190" cy="37719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98080" y="315468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or shortened links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548640" y="46177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2F7F7"/>
          </a:solidFill>
          <a:ln/>
        </p:spPr>
      </p:sp>
      <p:sp>
        <p:nvSpPr>
          <p:cNvPr id="21" name="Shape 15"/>
          <p:cNvSpPr/>
          <p:nvPr/>
        </p:nvSpPr>
        <p:spPr>
          <a:xfrm>
            <a:off x="777240" y="4892040"/>
            <a:ext cx="685800" cy="68580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2" name="Image 4" descr="/home/claude/phishing_project/icons/warning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545" y="5046345"/>
            <a:ext cx="377190" cy="37719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45920" y="461772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file attachments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6400800" y="46177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2F7F7"/>
          </a:solidFill>
          <a:ln/>
        </p:spPr>
      </p:sp>
      <p:sp>
        <p:nvSpPr>
          <p:cNvPr id="25" name="Shape 18"/>
          <p:cNvSpPr/>
          <p:nvPr/>
        </p:nvSpPr>
        <p:spPr>
          <a:xfrm>
            <a:off x="6629400" y="4892040"/>
            <a:ext cx="685800" cy="68580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6" name="Image 5" descr="/home/claude/phishing_project/icons/warning_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3705" y="5046345"/>
            <a:ext cx="377190" cy="37719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498080" y="461772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passwords or OTPs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Identifying Fake Websites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spelling mistakes or extra characters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HTTPS or a broken padlock icon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 or unrelated domain names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website design and low-quality graphics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that seem too good to be true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69164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E7F6F0"/>
          </a:solidFill>
          <a:ln/>
        </p:spPr>
      </p:sp>
      <p:sp>
        <p:nvSpPr>
          <p:cNvPr id="6" name="Shape 4"/>
          <p:cNvSpPr/>
          <p:nvPr/>
        </p:nvSpPr>
        <p:spPr>
          <a:xfrm>
            <a:off x="6629400" y="2011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phishing_project/icons/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5412" y="2107692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0664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06640" y="22402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https://amazon.com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06640" y="27432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spelling, valid domain, secure connection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352044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CEBEC"/>
          </a:solidFill>
          <a:ln/>
        </p:spPr>
      </p:sp>
      <p:sp>
        <p:nvSpPr>
          <p:cNvPr id="12" name="Shape 9"/>
          <p:cNvSpPr/>
          <p:nvPr/>
        </p:nvSpPr>
        <p:spPr>
          <a:xfrm>
            <a:off x="6629400" y="384048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3" name="Image 1" descr="/home/claude/phishing_project/icons/tim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412" y="3936492"/>
            <a:ext cx="448056" cy="4480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406640" y="40690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https://amaz0n-login.com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406640" y="45720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instead of "o", suspicious extra words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134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FACTOR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Social Engineering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manipulate people, not computers. They exploit trust, urgency, and fear to get victims to hand over information voluntarily.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013440"/>
          </a:solidFill>
          <a:ln/>
        </p:spPr>
      </p:sp>
      <p:sp>
        <p:nvSpPr>
          <p:cNvPr id="7" name="Shape 5"/>
          <p:cNvSpPr/>
          <p:nvPr/>
        </p:nvSpPr>
        <p:spPr>
          <a:xfrm>
            <a:off x="1485900" y="3063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phishing_project/icons/head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322783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397764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IT Support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45262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Impersonates internal tech staff to request passwords or remote access.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83280" y="27432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013440"/>
          </a:solidFill>
          <a:ln/>
        </p:spPr>
      </p:sp>
      <p:sp>
        <p:nvSpPr>
          <p:cNvPr id="12" name="Shape 9"/>
          <p:cNvSpPr/>
          <p:nvPr/>
        </p:nvSpPr>
        <p:spPr>
          <a:xfrm>
            <a:off x="4320540" y="3063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phishing_project/icons/ba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132" y="322783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7872" y="397764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Bank Officer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66160" y="45262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Poses as a bank representative reporting "suspicious activity."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17920" y="27432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013440"/>
          </a:solidFill>
          <a:ln/>
        </p:spPr>
      </p:sp>
      <p:sp>
        <p:nvSpPr>
          <p:cNvPr id="17" name="Shape 13"/>
          <p:cNvSpPr/>
          <p:nvPr/>
        </p:nvSpPr>
        <p:spPr>
          <a:xfrm>
            <a:off x="7155180" y="3063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phishing_project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72" y="322783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82512" y="397764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Customer Care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00800" y="45262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Pretends to help resolve an issue, then asks for account details.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052560" y="27432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013440"/>
          </a:solidFill>
          <a:ln/>
        </p:spPr>
      </p:sp>
      <p:sp>
        <p:nvSpPr>
          <p:cNvPr id="22" name="Shape 17"/>
          <p:cNvSpPr/>
          <p:nvPr/>
        </p:nvSpPr>
        <p:spPr>
          <a:xfrm>
            <a:off x="9989820" y="3063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/home/claude/phishing_project/icons/tru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4412" y="3227832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17152" y="397764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Delivery Alert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235440" y="45262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 package is stuck, prompting a click on a tracking link.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Real-World Examples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hishing_project/icons/e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265" y="212026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14600" y="2103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8346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Shared-Document Scam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fast-spreading email impersonated a document-sharing invite, tricking millions of users into granting a malicious app access to their accounts.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25112" y="16916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2F7F7"/>
          </a:solidFill>
          <a:ln/>
        </p:spPr>
      </p:sp>
      <p:sp>
        <p:nvSpPr>
          <p:cNvPr id="11" name="Shape 8"/>
          <p:cNvSpPr/>
          <p:nvPr/>
        </p:nvSpPr>
        <p:spPr>
          <a:xfrm>
            <a:off x="4599432" y="19659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phishing_project/icons/invo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737" y="212026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91072" y="2103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99432" y="28346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Verification Scam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599432" y="356616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"verify your account" emails impersonating payment platforms have long been used to harvest login credentials at scale.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01584" y="16916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2F7F7"/>
          </a:solidFill>
          <a:ln/>
        </p:spPr>
      </p:sp>
      <p:sp>
        <p:nvSpPr>
          <p:cNvPr id="17" name="Shape 13"/>
          <p:cNvSpPr/>
          <p:nvPr/>
        </p:nvSpPr>
        <p:spPr>
          <a:xfrm>
            <a:off x="8375904" y="19659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phishing_project/icons/vir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209" y="2120265"/>
            <a:ext cx="377190" cy="3771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67544" y="2103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375904" y="28346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Pandemic-Themed Scams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375904" y="356616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exploited COVID-19 fear with fake health advisories, relief-fund offers, and vaccine registration links.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PROTECTED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Best Practices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47672"/>
            <a:ext cx="621792" cy="621792"/>
          </a:xfrm>
          <a:prstGeom prst="ellipse">
            <a:avLst/>
          </a:prstGeom>
          <a:solidFill>
            <a:srgbClr val="013440"/>
          </a:solidFill>
          <a:ln/>
        </p:spPr>
      </p:sp>
      <p:pic>
        <p:nvPicPr>
          <p:cNvPr id="6" name="Image 0" descr="/home/claude/phishing_project/icons/cli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75" y="2087575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56232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click unknown or unexpected links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25112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</p:sp>
      <p:sp>
        <p:nvSpPr>
          <p:cNvPr id="9" name="Shape 6"/>
          <p:cNvSpPr/>
          <p:nvPr/>
        </p:nvSpPr>
        <p:spPr>
          <a:xfrm>
            <a:off x="4581144" y="1947672"/>
            <a:ext cx="621792" cy="621792"/>
          </a:xfrm>
          <a:prstGeom prst="ellipse">
            <a:avLst/>
          </a:prstGeom>
          <a:solidFill>
            <a:srgbClr val="013440"/>
          </a:solidFill>
          <a:ln/>
        </p:spPr>
      </p:sp>
      <p:pic>
        <p:nvPicPr>
          <p:cNvPr id="10" name="Image 1" descr="/home/claude/phishing_project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047" y="2087575"/>
            <a:ext cx="341986" cy="3419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0952" y="1856232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Two-Factor Authentication (2FA)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101584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</p:sp>
      <p:sp>
        <p:nvSpPr>
          <p:cNvPr id="13" name="Shape 9"/>
          <p:cNvSpPr/>
          <p:nvPr/>
        </p:nvSpPr>
        <p:spPr>
          <a:xfrm>
            <a:off x="8357616" y="1947672"/>
            <a:ext cx="621792" cy="621792"/>
          </a:xfrm>
          <a:prstGeom prst="ellipse">
            <a:avLst/>
          </a:prstGeom>
          <a:solidFill>
            <a:srgbClr val="013440"/>
          </a:solidFill>
          <a:ln/>
        </p:spPr>
      </p:sp>
      <p:pic>
        <p:nvPicPr>
          <p:cNvPr id="14" name="Image 2" descr="/home/claude/phishing_project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519" y="2087575"/>
            <a:ext cx="341986" cy="34198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07424" y="1856232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strong, unique passwords for every account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685032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</p:sp>
      <p:sp>
        <p:nvSpPr>
          <p:cNvPr id="17" name="Shape 12"/>
          <p:cNvSpPr/>
          <p:nvPr/>
        </p:nvSpPr>
        <p:spPr>
          <a:xfrm>
            <a:off x="804672" y="3941064"/>
            <a:ext cx="621792" cy="621792"/>
          </a:xfrm>
          <a:prstGeom prst="ellipse">
            <a:avLst/>
          </a:prstGeom>
          <a:solidFill>
            <a:srgbClr val="013440"/>
          </a:solidFill>
          <a:ln/>
        </p:spPr>
      </p:sp>
      <p:pic>
        <p:nvPicPr>
          <p:cNvPr id="18" name="Image 3" descr="/home/claude/phishing_project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75" y="4080967"/>
            <a:ext cx="341986" cy="34198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849624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sender’s email address carefully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4325112" y="3685032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</p:sp>
      <p:sp>
        <p:nvSpPr>
          <p:cNvPr id="21" name="Shape 15"/>
          <p:cNvSpPr/>
          <p:nvPr/>
        </p:nvSpPr>
        <p:spPr>
          <a:xfrm>
            <a:off x="4581144" y="3941064"/>
            <a:ext cx="621792" cy="621792"/>
          </a:xfrm>
          <a:prstGeom prst="ellipse">
            <a:avLst/>
          </a:prstGeom>
          <a:solidFill>
            <a:srgbClr val="013440"/>
          </a:solidFill>
          <a:ln/>
        </p:spPr>
      </p:sp>
      <p:pic>
        <p:nvPicPr>
          <p:cNvPr id="22" name="Image 4" descr="/home/claude/phishing_project/icons/ey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1047" y="4080967"/>
            <a:ext cx="341986" cy="34198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30952" y="3849624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suspicious messages through official channels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8101584" y="3685032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</p:sp>
      <p:sp>
        <p:nvSpPr>
          <p:cNvPr id="25" name="Shape 18"/>
          <p:cNvSpPr/>
          <p:nvPr/>
        </p:nvSpPr>
        <p:spPr>
          <a:xfrm>
            <a:off x="8357616" y="3941064"/>
            <a:ext cx="621792" cy="621792"/>
          </a:xfrm>
          <a:prstGeom prst="ellipse">
            <a:avLst/>
          </a:prstGeom>
          <a:solidFill>
            <a:srgbClr val="013440"/>
          </a:solidFill>
          <a:ln/>
        </p:spPr>
      </p:sp>
      <p:pic>
        <p:nvPicPr>
          <p:cNvPr id="26" name="Image 5" descr="/home/claude/phishing_project/icons/syn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7519" y="4080967"/>
            <a:ext cx="341986" cy="34198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107424" y="3849624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antivirus software up to date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FAST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If You Become a Victim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728216"/>
            <a:ext cx="457200" cy="457200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28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1700784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phishing_project/icons/wi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6814" y="1815998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48840" y="1645920"/>
            <a:ext cx="9052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from the internet immediately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2404872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487168"/>
            <a:ext cx="457200" cy="457200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371600" y="2459736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/home/claude/phishing_project/icons/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814" y="2574950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48840" y="2404872"/>
            <a:ext cx="9052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passwords right away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163824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2F7F7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1371600" y="321868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2" descr="/home/claude/phishing_project/icons/ba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814" y="3333902"/>
            <a:ext cx="281635" cy="28163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148840" y="3163824"/>
            <a:ext cx="9052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 your bank or payment provider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548640" y="3922776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685800" y="4005072"/>
            <a:ext cx="457200" cy="457200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1371600" y="397764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3" descr="/home/claude/phishing_project/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814" y="4092854"/>
            <a:ext cx="281635" cy="28163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148840" y="3922776"/>
            <a:ext cx="9052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Two-Factor Authentication</a:t>
            </a:r>
            <a:endParaRPr lang="en-US" sz="1450" dirty="0"/>
          </a:p>
        </p:txBody>
      </p:sp>
      <p:sp>
        <p:nvSpPr>
          <p:cNvPr id="28" name="Shape 22"/>
          <p:cNvSpPr/>
          <p:nvPr/>
        </p:nvSpPr>
        <p:spPr>
          <a:xfrm>
            <a:off x="548640" y="4681728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2F7F7"/>
          </a:solidFill>
          <a:ln/>
        </p:spPr>
      </p:sp>
      <p:sp>
        <p:nvSpPr>
          <p:cNvPr id="29" name="Shape 23"/>
          <p:cNvSpPr/>
          <p:nvPr/>
        </p:nvSpPr>
        <p:spPr>
          <a:xfrm>
            <a:off x="685800" y="4764024"/>
            <a:ext cx="457200" cy="457200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" y="4764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1371600" y="473659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2" name="Image 4" descr="/home/claude/phishing_project/icons/fl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6814" y="4851806"/>
            <a:ext cx="281635" cy="28163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148840" y="4681728"/>
            <a:ext cx="9052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phishing email or message</a:t>
            </a:r>
            <a:endParaRPr lang="en-US" sz="1450" dirty="0"/>
          </a:p>
        </p:txBody>
      </p:sp>
      <p:sp>
        <p:nvSpPr>
          <p:cNvPr id="34" name="Shape 27"/>
          <p:cNvSpPr/>
          <p:nvPr/>
        </p:nvSpPr>
        <p:spPr>
          <a:xfrm>
            <a:off x="548640" y="544068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35" name="Shape 28"/>
          <p:cNvSpPr/>
          <p:nvPr/>
        </p:nvSpPr>
        <p:spPr>
          <a:xfrm>
            <a:off x="685800" y="5522976"/>
            <a:ext cx="457200" cy="457200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36" name="Text 29"/>
          <p:cNvSpPr/>
          <p:nvPr/>
        </p:nvSpPr>
        <p:spPr>
          <a:xfrm>
            <a:off x="685800" y="5522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1371600" y="5495544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8" name="Image 5" descr="/home/claude/phishing_project/icons/sear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6814" y="5610758"/>
            <a:ext cx="281635" cy="281635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2148840" y="5440680"/>
            <a:ext cx="9052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full antivirus scan on your device</a:t>
            </a:r>
            <a:endParaRPr lang="en-US" sz="1450" dirty="0"/>
          </a:p>
        </p:txBody>
      </p:sp>
      <p:sp>
        <p:nvSpPr>
          <p:cNvPr id="40" name="Text 3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01344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914400"/>
            <a:ext cx="1280160" cy="12801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/home/claude/phishing_project/icons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202436"/>
            <a:ext cx="704088" cy="7040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2468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2788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Quick Quiz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94360" y="37033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to test what you’ve learned about phishing, social engineering, and staying safe online.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Quiz — Part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745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856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HTTPS indicate?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connection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85292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virus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23697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website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62102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25112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4507992" y="18745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07992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56632" y="1856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you ever share your OTP?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99432" y="24688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if asked politely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99432" y="285292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never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01584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9" name="Shape 17"/>
          <p:cNvSpPr/>
          <p:nvPr/>
        </p:nvSpPr>
        <p:spPr>
          <a:xfrm>
            <a:off x="8284464" y="18745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8284464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33104" y="1856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phishing?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75904" y="24688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official company email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75904" y="285292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login page requesting your password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3931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marked for review — hide them when presenting live for an interactive quiz.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Quiz — Part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745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85623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social engineering?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of computer programming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85292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Manipulating people to reveal confidential information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1" name="Shape 9"/>
          <p:cNvSpPr/>
          <p:nvPr/>
        </p:nvSpPr>
        <p:spPr>
          <a:xfrm>
            <a:off x="6446520" y="18745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95160" y="185623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you check first in a suspicious message?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246888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sender’s email address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37960" y="285292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desktop wallpaper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37960" y="3236976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mouse cursor style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37960" y="3621024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keyboard layout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1344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840480"/>
            <a:ext cx="4572000" cy="4572000"/>
          </a:xfrm>
          <a:prstGeom prst="ellipse">
            <a:avLst/>
          </a:prstGeom>
          <a:solidFill>
            <a:srgbClr val="013440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82296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phishing_project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0744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03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Stay Alert. Think Before You Click.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94360" y="30632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clicking any unexpected link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sender before you trust a message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awareness starts with you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94360" y="5029200"/>
            <a:ext cx="20116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52120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2026-07-18T07:29:48Z</dcterms:created>
  <dcterms:modified xsi:type="dcterms:W3CDTF">2026-07-18T07:29:48Z</dcterms:modified>
</cp:coreProperties>
</file>